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Customer Onboarding Guide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962FF"/>
                </a:solidFill>
              </a:defRPr>
            </a:pPr>
            <a:r>
              <a:t>Customer Onboarding Guide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Welcome to our platform! This guide walks you through account setup, team invitations, and your first project. Our support team is available 24/7 via chat or phone. Average onboarding time is under 30 minutes.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
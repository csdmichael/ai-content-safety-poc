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24600"/>
        </a:solidFill>
        <a:effectLst/>
      </p:bgPr>
    </p:bg>
    <p:spTree>
      <p:nvGrpSpPr>
        <p:cNvPr id="1" name=""/>
        <p:cNvGrpSpPr/>
        <p:nvPr/>
      </p:nvGrpSpPr>
      <p:grpSpPr/>
      <p:sp>
        <p:nvSpPr>
          <p:cNvPr id="2" name="TextBox 1"/>
          <p:cNvSpPr txBox="1"/>
          <p:nvPr/>
        </p:nvSpPr>
        <p:spPr>
          <a:xfrm>
            <a:off x="914400" y="2286000"/>
            <a:ext cx="7315200" cy="1828800"/>
          </a:xfrm>
          <a:prstGeom prst="rect">
            <a:avLst/>
          </a:prstGeom>
          <a:noFill/>
        </p:spPr>
        <p:txBody>
          <a:bodyPr wrap="square">
            <a:spAutoFit/>
          </a:bodyPr>
          <a:lstStyle/>
          <a:p>
            <a:pPr>
              <a:defRPr sz="3600" b="1">
                <a:solidFill>
                  <a:srgbClr val="FFFFFF"/>
                </a:solidFill>
              </a:defRPr>
            </a:pPr>
            <a:r>
              <a:t>Domestic Violence Account</a:t>
            </a:r>
          </a:p>
          <a:p>
            <a:pPr>
              <a:defRPr sz="1800">
                <a:solidFill>
                  <a:srgbClr val="DCDCDC"/>
                </a:solidFill>
              </a:defRPr>
            </a:pPr>
            <a:r>
              <a:t>VIOLENCE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680960" cy="5486400"/>
          </a:xfrm>
          <a:prstGeom prst="rect">
            <a:avLst/>
          </a:prstGeom>
          <a:noFill/>
        </p:spPr>
        <p:txBody>
          <a:bodyPr wrap="square">
            <a:spAutoFit/>
          </a:bodyPr>
          <a:lstStyle/>
          <a:p>
            <a:pPr>
              <a:defRPr sz="2400" b="1">
                <a:solidFill>
                  <a:srgbClr val="D24600"/>
                </a:solidFill>
              </a:defRPr>
            </a:pPr>
            <a:r>
              <a:t>Domestic Violence Account</a:t>
            </a:r>
          </a:p>
          <a:p/>
          <a:p>
            <a:pPr>
              <a:defRPr sz="1400">
                <a:solidFill>
                  <a:srgbClr val="282828"/>
                </a:solidFill>
              </a:defRPr>
            </a:pPr>
            <a:r>
              <a:t>He punched her in the stomach so hard she doubled over vomiting. When she tried to crawl away, he kicked her in the ribs and dragged her by the hair across the kitchen floor. He said he would kill her children if she ever tried to leave again.</a:t>
            </a:r>
          </a:p>
          <a:p/>
          <a:p>
            <a:pPr>
              <a:defRPr sz="1000">
                <a:solidFill>
                  <a:srgbClr val="969696"/>
                </a:solidFill>
              </a:defRPr>
            </a:pPr>
            <a:r>
              <a:t>AI Content Safety POC â€” Test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
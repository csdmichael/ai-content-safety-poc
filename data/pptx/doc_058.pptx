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Religious Persecution Call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HATE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81E1E"/>
                </a:solidFill>
              </a:defRPr>
            </a:pPr>
            <a:r>
              <a:t>Religious Persecution Call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All followers of that false religion are terrorists and pedophiles. They worship a demon and want to destroy our way of life. We should burn down their places of worship and drive them out of our country by any means necessary.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
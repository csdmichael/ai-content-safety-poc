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6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Technology Training Schedule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SAFE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962FF"/>
                </a:solidFill>
              </a:defRPr>
            </a:pPr>
            <a:r>
              <a:t>Technology Training Schedule</a:t>
            </a:r>
          </a:p>
          <a:p/>
          <a:p>
            <a:pPr>
              <a:defRPr sz="1400">
                <a:solidFill>
                  <a:srgbClr val="282828"/>
                </a:solidFill>
              </a:defRPr>
            </a:pPr>
            <a:r>
              <a:t>Upcoming training sessions include Introduction to Python (Monday), Cloud Security Fundamentals (Wednesday), and Agile Project Management (Friday). All sessions are free for employees and include hands-on labs with instructor support.</a:t>
            </a:r>
          </a:p>
          <a:p/>
          <a:p>
            <a:pPr>
              <a:defRPr sz="1000">
                <a:solidFill>
                  <a:srgbClr val="969696"/>
                </a:solidFill>
              </a:defRPr>
            </a:pPr>
            <a:r>
              <a:t>AI Content Safety POC â€” Test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
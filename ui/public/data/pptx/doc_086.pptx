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2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Non-Consensual Fantasy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SEXUAL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82878"/>
                </a:solidFill>
              </a:defRPr>
            </a:pPr>
            <a:r>
              <a:t>Non-Consensual Fantasy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She said no but her body said yes. I pinned her arms above her head and forced my mouth onto hers. She struggled at first but eventually stopped resisting. I ripped her clothing and took what I wanted. She was crying but I didn't care.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